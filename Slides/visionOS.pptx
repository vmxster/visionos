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visionOS: Il sistema operativo per la realtà mista di Apple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Approfondimento tecnico - Martin Tomassi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visionOS?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Sistema operativo spaziale di Apple per la realtà mista</a:t>
            </a:r>
          </a:p>
          <a:p>
            <a:r>
              <a:t>- Progettato per ambienti 3D, ma derivato da iPadOS</a:t>
            </a:r>
          </a:p>
          <a:p>
            <a:r>
              <a:t>- Sviluppato con focus su: interazione naturale, prestazioni elevate, sicurezza</a:t>
            </a:r>
          </a:p>
          <a:p>
            <a:r>
              <a:t>- Lancia una nuova categoria di software: "Spatial Computing"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Storia e versioni di visionOS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Nome iniziale: xrOS</a:t>
            </a:r>
          </a:p>
          <a:p>
            <a:r>
              <a:t>- Presentazione ufficiale: WWDC23 (giugno 2023)</a:t>
            </a:r>
          </a:p>
          <a:p>
            <a:r>
              <a:t>- visionOS 1.0: lanciato nel febbraio 2024</a:t>
            </a:r>
          </a:p>
          <a:p>
            <a:r>
              <a:t>- visionOS 2.0: presentato a WWDC24</a:t>
            </a:r>
          </a:p>
          <a:p>
            <a:r>
              <a:t>- Ciclo di sviluppo integrato con Xcode, RealityKit e SwiftUI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Architettura tecnica di visionOS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Basato su microkernel derivato da Darwin (come iOS/macOS)</a:t>
            </a:r>
          </a:p>
          <a:p>
            <a:r>
              <a:t>- Supporta processi grafici simultanei in ambienti 3D</a:t>
            </a:r>
          </a:p>
          <a:p>
            <a:r>
              <a:t>- Layer grafico composito: Window Scene + Volumes + Full Space</a:t>
            </a:r>
          </a:p>
          <a:p>
            <a:r>
              <a:t>- Gestione dei dati sensoriali e biometrici in tempo reale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Spazi e ambienti in visionOS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Window: finestre 2D ancorate allo spazio fisico</a:t>
            </a:r>
          </a:p>
          <a:p>
            <a:r>
              <a:t>- Volume: oggetti 3D interattivi visibili da ogni angolazione</a:t>
            </a:r>
          </a:p>
          <a:p>
            <a:r>
              <a:t>- Full Space: esperienze immersive (mondi virtuali)</a:t>
            </a:r>
          </a:p>
          <a:p>
            <a:r>
              <a:t>- Environments: ambientazioni artificiali dinamiche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Interfaccia utente in visionOS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Controlli spaziali via occhi, mani e voce</a:t>
            </a:r>
          </a:p>
          <a:p>
            <a:r>
              <a:t>- Nessun uso di controller fisici</a:t>
            </a:r>
          </a:p>
          <a:p>
            <a:r>
              <a:t>- Eye-tracking integrato con SwiftUI e RealityKit</a:t>
            </a:r>
          </a:p>
          <a:p>
            <a:r>
              <a:t>- Gesti nativi integrati nell’SDK (es. tap, pinch, hold)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tecnologici di visionOS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Rendering foveato dinamico</a:t>
            </a:r>
          </a:p>
          <a:p>
            <a:r>
              <a:t>- Passthrough video ad alta fedeltà</a:t>
            </a:r>
          </a:p>
          <a:p>
            <a:r>
              <a:t>- Framework nativi: RealityKit, ARKit, SwiftUI</a:t>
            </a:r>
          </a:p>
          <a:p>
            <a:r>
              <a:t>- Isolamento dati biometrici tramite Secure Enclave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 si sviluppano app per visionOS?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Xcode con simulatore visionOS dedicato</a:t>
            </a:r>
          </a:p>
          <a:p>
            <a:r>
              <a:t>- Reality Composer Pro per prototipazione 3D</a:t>
            </a:r>
          </a:p>
          <a:p>
            <a:r>
              <a:t>- Supporto nativo a Unity via PolySpatial</a:t>
            </a:r>
          </a:p>
          <a:p>
            <a:r>
              <a:t>- Tool di debug per input spaziali, gesture e interazione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Interfacce e API spatial-native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SceneKit deprecato: sostituito da RealityKit</a:t>
            </a:r>
          </a:p>
          <a:p>
            <a:r>
              <a:t>- UI reattive con SwiftUI + supporto per ambienti tridimensionali</a:t>
            </a:r>
          </a:p>
          <a:p>
            <a:r>
              <a:t>- Multi-window e layering 3D</a:t>
            </a:r>
          </a:p>
          <a:p>
            <a:r>
              <a:t>- Eventi spaziali: hovered, focused, activated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Novità introdotte in visionOS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World Alignment: sincronizzazione contenuti/spazio reale</a:t>
            </a:r>
          </a:p>
          <a:p>
            <a:r>
              <a:t>- Dynamic Scale: ridimensionamento adattivo dei contenuti</a:t>
            </a:r>
          </a:p>
          <a:p>
            <a:r>
              <a:t>- Mouse e tastiera supportati via Bluetooth</a:t>
            </a:r>
          </a:p>
          <a:p>
            <a:r>
              <a:t>- Supporto esteso a WebXR e Safari Immersivo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Vantaggi e limiti di visionOS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Pro:</a:t>
            </a:r>
          </a:p>
          <a:p>
            <a:r>
              <a:t>- Integrazione profonda con l’ecosistema Apple</a:t>
            </a:r>
          </a:p>
          <a:p>
            <a:r>
              <a:t>- Qualità grafica superiore e sicurezza avanzata</a:t>
            </a:r>
          </a:p>
          <a:p/>
          <a:p>
            <a:r>
              <a:t>Contro:</a:t>
            </a:r>
          </a:p>
          <a:p>
            <a:r>
              <a:t>- Ecosistema chiuso</a:t>
            </a:r>
          </a:p>
          <a:p>
            <a:r>
              <a:t>- Elevata curva di apprendimento per lo sviluppo</a:t>
            </a:r>
          </a:p>
          <a:p>
            <a:r>
              <a:t>- Dipendenza da hardware proprietario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futuro di visionOS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visionOS getta le basi per una nuova era di software spaziale</a:t>
            </a:r>
          </a:p>
          <a:p>
            <a:r>
              <a:t>- Interesse crescente in: medicina, formazione, collaborazione remota</a:t>
            </a:r>
          </a:p>
          <a:p>
            <a:r>
              <a:t>- Prossime sfide: app spatial-native, strumenti di produttività, app consumer</a:t>
            </a:r>
          </a:p>
          <a:p>
            <a:r>
              <a:t>- Opportunità uniche per sviluppatori nel computing immersivo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